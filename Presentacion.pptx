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F26BF-F175-40FE-9313-FED3D8BAA9C0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854C-9E09-4B1A-95DE-5B4B7D53F2F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389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854C-9E09-4B1A-95DE-5B4B7D53F2FC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451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5681F-72D8-98F1-B875-72600F30A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A72556-589F-B9AB-9C9B-39D3804DE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E4DFFD-8769-3ABF-0A2A-04973F8E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9459C1-6581-808B-FAC1-55790A6D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9D34E-D7A2-39A5-7E0B-34DD4D50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6082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96E24-E8D4-97F5-CD01-639882A9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76C668-E1D9-CA02-563A-527B5C200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059A9E-C18B-2E39-1BD2-4EDAF7BB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79DAB1-CE53-4210-522A-64B8211B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76CE16-9DC1-8B01-B204-21DBEAA10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3567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8554D-25E2-3CF0-D9B3-66DA5013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3B9C58-561E-0B4B-8BF4-D1E46FEA2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A33FC0-6DEB-0326-ECAF-CBA0BB5A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748A71-BD22-63A7-8D3E-EC07A946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61C3DC-5077-CDE9-8020-88FBEE97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882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BB88F-FE2D-A719-F729-91A40D024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E41106-067F-5F0C-267E-C8F95A4BD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40DFDF-ED12-F78E-EA71-F8F8614FF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6E4367-B4BD-A3BE-FE96-ADED11AE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B9A250-A614-B75B-53EA-2866D3E1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42CAA4-6F33-EE49-9CF9-EB2DB32F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275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99788-91EC-EDA7-9254-93CE66AB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9B2A55-2B7D-067C-18C3-63B57D7E6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818660-AC71-6870-D7A3-ACF3F4D1E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A1724B4-ECAD-7982-89F4-43380E634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45E2A5F-A6A5-A1AD-4AB7-3A7D0536E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8804E3-A99C-E1F3-034F-EBDF47F7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08A26E-4B4D-7A12-F1F4-DAD50FC4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30DAC39-E66F-C98E-8B49-7DDB1D39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007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FEF7D-6CCD-8869-1E5A-803C3B41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45AF70-04D5-6E75-6ADD-4282E552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62D6C1B-9E8D-DA8C-A77C-5AF73A98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7AAAB-2D91-B1F0-B59C-058B91A5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213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3382B4-0845-793E-192A-98F4FC1DA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4F3C23-7CA6-54CC-6C95-9FE522E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989E5F-90E4-C197-2BA9-C6A0E361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451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156B3-136F-41E3-1368-BF448D9BE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CAA477-7F91-8166-F65D-C9889C264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07FCB9-B812-7DBC-116A-13B2ECEA5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81094A-E9F2-0CBD-6542-7B2E6F4F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77C927-8500-307A-A36F-36BA21E2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F644F6-2835-27B9-8712-6D66F808D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05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BCC03-A8BB-7B46-0DE0-3AD6A0E4C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15154B3-2BCD-9862-27F0-1C9958A110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C726F5-B050-F82B-6056-7CE6135E4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36A223-5F14-94EC-4D92-64AAC9372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6B77C9-B070-B740-AED8-B1D97042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D506FD-E4C4-ACCC-FA34-6F5CBBF0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609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763F5-4C09-5C1B-470A-DCD5B9C2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BE01F8-0BBE-28E7-F76B-F6613DF64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83A804-03F7-2A7C-2C2B-E2C964FE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501E8C-76BE-C7BC-D90D-829D949E3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F57F06-D174-0189-0751-BC936E56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152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CA07FF-456E-BAD9-B19A-5C95BEC9E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9FBE4D-904A-5CB4-AAB4-0864ED13A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1389FF-8EB0-3AF2-242E-B3F37A4A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0191EB-24EF-EA06-43DE-28F34344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4AEF7-E510-7AFD-7793-CCDE9E8E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0294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DD731C-4AF3-595A-7128-9898F8D8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A96696-1698-5F3B-BDC9-91A847199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6B6BA9-213D-81CB-5568-F9CC6BAE2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9CFD2-5C98-4C95-B97A-8B9FCB84B96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803430-C87C-483E-C031-E4E1528E0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9D056C-B105-0AB3-2E52-D90B51AB0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D09FD-7675-453D-84F0-C51FC79B5A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209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15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61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E494CC5-AFCB-57A4-4B91-1BD93FF5A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461" y="1290320"/>
            <a:ext cx="7685603" cy="367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686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96C4B09-EDFE-98B7-FC4E-F94748C07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174" y="1284015"/>
            <a:ext cx="8092346" cy="390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6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530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06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2358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</Words>
  <Application>Microsoft Office PowerPoint</Application>
  <PresentationFormat>Panorámica</PresentationFormat>
  <Paragraphs>1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MATÍAS ALEXIS GONZÁLEZ PAREDES</dc:creator>
  <cp:lastModifiedBy>MATÍAS ALEXIS GONZÁLEZ PAREDES</cp:lastModifiedBy>
  <cp:revision>3</cp:revision>
  <dcterms:created xsi:type="dcterms:W3CDTF">2026-09-17T21:09:20Z</dcterms:created>
  <dcterms:modified xsi:type="dcterms:W3CDTF">2026-09-20T13:26:09Z</dcterms:modified>
</cp:coreProperties>
</file>